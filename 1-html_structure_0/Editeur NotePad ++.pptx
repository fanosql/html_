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2B51DD-8F60-4D5E-BF4A-3179ADDC53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210FB4B-E0AE-4E5B-96B4-8C60E4555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9548E2-239A-45BF-8AAC-92F5C4607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67C1F-F6ED-4B2E-AF35-68CE90FF314D}" type="datetimeFigureOut">
              <a:rPr lang="fr-FR" smtClean="0"/>
              <a:t>26/03/2023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8307FE-4232-4DAA-AA78-E0C8396CA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FF6C6D-C22D-470D-B26F-C0C89186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BCA6-504A-45D4-B4F0-A4CEB7D9F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1583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D311CC-1CE9-4343-82B9-57A4609DC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026C90-A0E0-4CDA-A3C3-243049417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4C126C-8A25-48A1-967A-A7D5E62AD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67C1F-F6ED-4B2E-AF35-68CE90FF314D}" type="datetimeFigureOut">
              <a:rPr lang="fr-FR" smtClean="0"/>
              <a:t>26/03/2023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280420-66A6-4A94-AD18-7B235FAB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6D4EB0-A0F7-4B79-94D8-D6CF4B958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BCA6-504A-45D4-B4F0-A4CEB7D9F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3935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332873-B18B-4055-B3F0-690189304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100CA7C-B31C-4892-9C6B-4AF2A4256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3A48EB-4D97-4350-9D20-FB9A7003B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67C1F-F6ED-4B2E-AF35-68CE90FF314D}" type="datetimeFigureOut">
              <a:rPr lang="fr-FR" smtClean="0"/>
              <a:t>26/03/2023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961990-3954-41F6-947E-3D521F4B3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EC05D6-3616-4D55-855E-2D812217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BCA6-504A-45D4-B4F0-A4CEB7D9F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7787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178F41-3188-41EB-971A-94E5938F5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0DFE67-37B9-4E36-8A20-0EEEDE4C28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19AC9CE-3328-4DD8-B5D6-88FF1091A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0B8550-537C-4BDD-B40B-3F20C36A5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67C1F-F6ED-4B2E-AF35-68CE90FF314D}" type="datetimeFigureOut">
              <a:rPr lang="fr-FR" smtClean="0"/>
              <a:t>26/03/2023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EB1DFE0-47AD-42CF-8389-190EEA4EF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5259EC0-EA08-4D20-A1B2-34723F6E9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BCA6-504A-45D4-B4F0-A4CEB7D9F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070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14E097-7164-4884-8C60-1C5B2C52F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7F22C5-3195-4EB9-B2F5-06B15BE25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45C0B31-56B0-42CD-BF07-58CFF0089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3D71B40-CC8C-4417-A015-2D516311C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8DD6511-34C5-40FE-B2B0-11B02B664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9AE9697-2E0B-4E8E-8125-34109E1A5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67C1F-F6ED-4B2E-AF35-68CE90FF314D}" type="datetimeFigureOut">
              <a:rPr lang="fr-FR" smtClean="0"/>
              <a:t>26/03/2023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F17D51F-1155-4FD7-8C97-CC42E7178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502A674-4F3F-448B-BC74-8D264934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BCA6-504A-45D4-B4F0-A4CEB7D9F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6476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DB9129-2C24-4AB2-B1C8-A4E126731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5221ADC-C640-46B6-B709-024133679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67C1F-F6ED-4B2E-AF35-68CE90FF314D}" type="datetimeFigureOut">
              <a:rPr lang="fr-FR" smtClean="0"/>
              <a:t>26/03/2023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2C720FA-ACAF-473A-9BE9-6188AC6D8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04003EC-C41F-4FB8-9C0B-D463D35FB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BCA6-504A-45D4-B4F0-A4CEB7D9F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4845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8ED64A3-22B2-44B5-967B-F42FE02D1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67C1F-F6ED-4B2E-AF35-68CE90FF314D}" type="datetimeFigureOut">
              <a:rPr lang="fr-FR" smtClean="0"/>
              <a:t>26/03/2023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F70C54B-C1DF-42BF-95E1-5DD58DB1C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16BA8F-7FF3-4063-BFC3-357FF546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BCA6-504A-45D4-B4F0-A4CEB7D9F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3264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9D85B6-FA62-453C-9A51-D35F1F837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8E1DC4-C5B0-4052-AA20-BCF09CFAC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B70BE2E-8FF3-4F61-B24E-97CFAC29E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FD2E42B-31DE-4F15-BFBA-B7A11E8EA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67C1F-F6ED-4B2E-AF35-68CE90FF314D}" type="datetimeFigureOut">
              <a:rPr lang="fr-FR" smtClean="0"/>
              <a:t>26/03/2023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A95D40B-CD68-4EA3-B91F-8239FC411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4F53AD4-972D-4301-9D28-E959E5D69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BCA6-504A-45D4-B4F0-A4CEB7D9F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279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D16013-60DB-44AF-AF8D-160A77958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94F78C4-23F4-4DD7-B8D6-E3074B020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3356978-5C71-41FA-B93E-288D559A7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F88DE24-92E8-4141-859B-A76F8E1A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67C1F-F6ED-4B2E-AF35-68CE90FF314D}" type="datetimeFigureOut">
              <a:rPr lang="fr-FR" smtClean="0"/>
              <a:t>26/03/2023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AE8CDE-3193-4E11-B6C9-93B9FE624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B7C023F-6A3C-493A-9390-F019CA72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BCA6-504A-45D4-B4F0-A4CEB7D9F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5179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85FBCC-B526-42E6-B42D-E944CD42D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329349-B0D0-42BB-A147-54B7E05CA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59F624-0AAD-4770-8BB1-F049F2CD2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67C1F-F6ED-4B2E-AF35-68CE90FF314D}" type="datetimeFigureOut">
              <a:rPr lang="fr-FR" smtClean="0"/>
              <a:t>26/03/2023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014B6D-B3D1-420C-ACDE-FEF0E0B5D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7BAABA-B92B-4C2E-9AE2-E1A6F6A52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BCA6-504A-45D4-B4F0-A4CEB7D9F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6656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3C0A678-5445-48AD-A76F-9617E69D68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619466B-5FBB-4AD9-9AF5-BEB6036BE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9D8FA9-A235-4DC5-9E31-09732697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67C1F-F6ED-4B2E-AF35-68CE90FF314D}" type="datetimeFigureOut">
              <a:rPr lang="fr-FR" smtClean="0"/>
              <a:t>26/03/2023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6437CE-2F40-44C1-89D3-C49BBD49F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93881F-C963-4F67-8BD3-842419DFE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BCA6-504A-45D4-B4F0-A4CEB7D9F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663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6A250BA-CA62-4E38-9BF0-5CB6D663F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9589D8F-1912-4FC8-AB18-68C0897F4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6B19F8-193E-4B2C-8175-35BDCCBDA3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67C1F-F6ED-4B2E-AF35-68CE90FF314D}" type="datetimeFigureOut">
              <a:rPr lang="fr-FR" smtClean="0"/>
              <a:t>26/03/2023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EE1949-9E98-40ED-94CF-B50B0C7DD3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CDDEBC-3893-4131-8457-47F95BFE42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8BCA6-504A-45D4-B4F0-A4CEB7D9F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8957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://commons.wikimedia.org/wiki/File:Code_in_C++.png" TargetMode="External"/><Relationship Id="rId13" Type="http://schemas.openxmlformats.org/officeDocument/2006/relationships/image" Target="../media/image7.png"/><Relationship Id="rId3" Type="http://schemas.openxmlformats.org/officeDocument/2006/relationships/hyperlink" Target="https://commons.wikimedia.org/wiki/File:HTML_source_code_example.svg" TargetMode="External"/><Relationship Id="rId7" Type="http://schemas.openxmlformats.org/officeDocument/2006/relationships/image" Target="../media/image4.png"/><Relationship Id="rId12" Type="http://schemas.openxmlformats.org/officeDocument/2006/relationships/hyperlink" Target="http://proappsoft.com/blog/php-7-logo-free-download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otskool.com/geeks/how-include-php-code-html-file" TargetMode="Externa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hyperlink" Target="https://commons.wikimedia.org/wiki/File:HTML5_logo_black.svg" TargetMode="External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14" Type="http://schemas.openxmlformats.org/officeDocument/2006/relationships/hyperlink" Target="https://misfragmentosdecodigo.eu/etiqueta/sucesion-de-fibonacci-en-c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://www.coursinfo.fr/decouverte/ordinateur/comment-marche-un-ordinateur/" TargetMode="External"/><Relationship Id="rId7" Type="http://schemas.openxmlformats.org/officeDocument/2006/relationships/hyperlink" Target="http://proappsoft.com/blog/php-7-logo-free-download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commons.wikimedia.org/wiki/File:HTML5_logo_black.svg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s://misfragmentosdecodigo.eu/etiqueta/sucesion-de-fibonacci-en-c/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://proappsoft.com/blog/php-7-logo-free-download/" TargetMode="External"/><Relationship Id="rId7" Type="http://schemas.openxmlformats.org/officeDocument/2006/relationships/hyperlink" Target="https://commons.wikimedia.org/wiki/File:HTML5_logo_black.sv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://www.coursinfo.fr/decouverte/ordinateur/comment-marche-un-ordinateur/" TargetMode="External"/><Relationship Id="rId4" Type="http://schemas.openxmlformats.org/officeDocument/2006/relationships/image" Target="../media/image8.png"/><Relationship Id="rId9" Type="http://schemas.openxmlformats.org/officeDocument/2006/relationships/hyperlink" Target="https://misfragmentosdecodigo.eu/etiqueta/sucesion-de-fibonacci-en-c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559AE206-7EBA-4D33-8BC9-9D815855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EA109F3-97FB-40CD-9519-D4719AB08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257" y="4525347"/>
            <a:ext cx="6939722" cy="1737360"/>
          </a:xfrm>
        </p:spPr>
        <p:txBody>
          <a:bodyPr anchor="ctr">
            <a:normAutofit/>
          </a:bodyPr>
          <a:lstStyle/>
          <a:p>
            <a:pPr algn="r"/>
            <a:r>
              <a:rPr lang="fr-FR" dirty="0"/>
              <a:t>Editeur </a:t>
            </a:r>
            <a:r>
              <a:rPr lang="fr-FR" dirty="0" err="1"/>
              <a:t>NotePad</a:t>
            </a:r>
            <a:r>
              <a:rPr lang="fr-FR" dirty="0"/>
              <a:t> ++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4A83E70-BA09-4A20-9D97-E02E9CEDA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50762" y="4525347"/>
            <a:ext cx="3211288" cy="1737360"/>
          </a:xfrm>
        </p:spPr>
        <p:txBody>
          <a:bodyPr anchor="ctr">
            <a:normAutofit/>
          </a:bodyPr>
          <a:lstStyle/>
          <a:p>
            <a:pPr algn="l"/>
            <a:r>
              <a:rPr lang="fr-FR" dirty="0"/>
              <a:t>Ecrire, Concevoir…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437D937-A7F1-4011-92B4-328E5BE1B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567" y="620480"/>
            <a:ext cx="2243800" cy="2243796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672F332-AF08-46C6-94F0-77684310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95001" y="2466604"/>
            <a:ext cx="962395" cy="9623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34244EF8-D73A-40E1-BE73-D46E6B4B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5829" y="2327988"/>
            <a:ext cx="293695" cy="293695"/>
          </a:xfrm>
          <a:prstGeom prst="ellipse">
            <a:avLst/>
          </a:prstGeom>
          <a:solidFill>
            <a:srgbClr val="DFC2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Résultat de recherche d'images pour &quot;notepad++&quot;">
            <a:extLst>
              <a:ext uri="{FF2B5EF4-FFF2-40B4-BE49-F238E27FC236}">
                <a16:creationId xmlns:a16="http://schemas.microsoft.com/office/drawing/2014/main" id="{0316024B-3C1C-4624-85C8-ADD47EAEFA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087"/>
          <a:stretch/>
        </p:blipFill>
        <p:spPr bwMode="auto">
          <a:xfrm>
            <a:off x="6492113" y="10"/>
            <a:ext cx="5699887" cy="4059234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E8E38ED-369A-44C2-B635-0BED0E48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00392" y="4525347"/>
            <a:ext cx="0" cy="173736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605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1AAB28-89D4-4174-9716-4B13040D4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b="1" dirty="0"/>
              <a:t>L’éditeur </a:t>
            </a:r>
            <a:r>
              <a:rPr lang="fr-FR" b="1" dirty="0" err="1"/>
              <a:t>NotePad</a:t>
            </a:r>
            <a:r>
              <a:rPr lang="fr-FR" b="1" dirty="0"/>
              <a:t> ++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21DE92-E0EB-4EA4-AB07-FF9D75BA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97807" cy="1193800"/>
          </a:xfrm>
        </p:spPr>
        <p:txBody>
          <a:bodyPr>
            <a:normAutofit/>
          </a:bodyPr>
          <a:lstStyle/>
          <a:p>
            <a:r>
              <a:rPr lang="fr-FR" sz="2000" dirty="0"/>
              <a:t>Permet d’écrire du texte brut…</a:t>
            </a:r>
          </a:p>
          <a:p>
            <a:r>
              <a:rPr lang="fr-FR" sz="2000" dirty="0"/>
              <a:t>Permet d’écrire du </a:t>
            </a:r>
            <a:r>
              <a:rPr lang="fr-FR" b="1" dirty="0"/>
              <a:t>code</a:t>
            </a:r>
            <a:r>
              <a:rPr lang="fr-FR" sz="2000" dirty="0"/>
              <a:t> !</a:t>
            </a:r>
          </a:p>
        </p:txBody>
      </p:sp>
      <p:pic>
        <p:nvPicPr>
          <p:cNvPr id="2050" name="Picture 2" descr="Résultat de recherche d'images pour &quot;notepad++&quot;">
            <a:extLst>
              <a:ext uri="{FF2B5EF4-FFF2-40B4-BE49-F238E27FC236}">
                <a16:creationId xmlns:a16="http://schemas.microsoft.com/office/drawing/2014/main" id="{13FA6757-71F3-4F46-B44D-72E0904D77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4796"/>
          <a:stretch/>
        </p:blipFill>
        <p:spPr bwMode="auto">
          <a:xfrm>
            <a:off x="5120640" y="1904281"/>
            <a:ext cx="6233160" cy="4272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1016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5BD9BB-1A50-4D68-8EDD-F874F94F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b="1" dirty="0"/>
              <a:t>L’éditeur </a:t>
            </a:r>
            <a:r>
              <a:rPr lang="fr-FR" b="1" dirty="0" err="1"/>
              <a:t>NotePad</a:t>
            </a:r>
            <a:r>
              <a:rPr lang="fr-FR" b="1" dirty="0"/>
              <a:t> ++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A38EB1-18C2-4E8B-AFD7-8A1CCFA21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97807" cy="4351338"/>
          </a:xfrm>
        </p:spPr>
        <p:txBody>
          <a:bodyPr>
            <a:normAutofit/>
          </a:bodyPr>
          <a:lstStyle/>
          <a:p>
            <a:r>
              <a:rPr lang="fr-FR" sz="2000" dirty="0"/>
              <a:t>Il existe différents autres éditeurs de texte, mais également des logiciels spécifiques qui permettent d’écrire du </a:t>
            </a:r>
            <a:r>
              <a:rPr lang="fr-FR" b="1" dirty="0"/>
              <a:t>CODE</a:t>
            </a:r>
            <a:r>
              <a:rPr lang="fr-FR" sz="2000" dirty="0"/>
              <a:t> !</a:t>
            </a:r>
          </a:p>
        </p:txBody>
      </p:sp>
      <p:pic>
        <p:nvPicPr>
          <p:cNvPr id="3074" name="Picture 2" descr="Résultat de recherche d'images pour &quot;notepad++&quot;">
            <a:extLst>
              <a:ext uri="{FF2B5EF4-FFF2-40B4-BE49-F238E27FC236}">
                <a16:creationId xmlns:a16="http://schemas.microsoft.com/office/drawing/2014/main" id="{D1ACF886-FC6D-4805-B6E8-9D34CB02A1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4796"/>
          <a:stretch/>
        </p:blipFill>
        <p:spPr bwMode="auto">
          <a:xfrm>
            <a:off x="5120640" y="1904281"/>
            <a:ext cx="6233160" cy="4272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4331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27911F-F79D-42C1-A915-464E0B87D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Du « </a:t>
            </a:r>
            <a:r>
              <a:rPr lang="fr-FR" b="1" dirty="0"/>
              <a:t>CODE</a:t>
            </a:r>
            <a:r>
              <a:rPr lang="fr-FR" dirty="0"/>
              <a:t> » qu’est-ce que c’est ?</a:t>
            </a:r>
          </a:p>
        </p:txBody>
      </p:sp>
      <p:pic>
        <p:nvPicPr>
          <p:cNvPr id="7" name="Espace réservé du contenu 6" descr="Une image contenant écran, moniteur, télécommande, vidéo&#10;&#10;Description générée automatiquement">
            <a:extLst>
              <a:ext uri="{FF2B5EF4-FFF2-40B4-BE49-F238E27FC236}">
                <a16:creationId xmlns:a16="http://schemas.microsoft.com/office/drawing/2014/main" id="{D2C83A5B-10A2-4F61-8A94-896A259704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3508" y="2212975"/>
            <a:ext cx="4232222" cy="335756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" name="Picture 2" descr="Résultat de recherche d'images pour &quot;notepad++&quot;">
            <a:extLst>
              <a:ext uri="{FF2B5EF4-FFF2-40B4-BE49-F238E27FC236}">
                <a16:creationId xmlns:a16="http://schemas.microsoft.com/office/drawing/2014/main" id="{6F31D4E0-DFD8-4B40-B8A6-90C0C9CEFC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4796"/>
          <a:stretch/>
        </p:blipFill>
        <p:spPr bwMode="auto">
          <a:xfrm>
            <a:off x="10136294" y="230188"/>
            <a:ext cx="1933786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 9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13140D2C-8B20-4D3F-A0F9-2332FE0537B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t="56666" b="25091"/>
          <a:stretch/>
        </p:blipFill>
        <p:spPr>
          <a:xfrm>
            <a:off x="5456189" y="2233612"/>
            <a:ext cx="5411836" cy="5080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3" name="Image 12" descr="Une image contenant oiseau&#10;&#10;Description générée automatiquement">
            <a:extLst>
              <a:ext uri="{FF2B5EF4-FFF2-40B4-BE49-F238E27FC236}">
                <a16:creationId xmlns:a16="http://schemas.microsoft.com/office/drawing/2014/main" id="{29034A79-B6E5-40F0-885E-2E59A2DC1A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456189" y="3297426"/>
            <a:ext cx="5320161" cy="226993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6" name="Image 15" descr="Une image contenant dessin, signe&#10;&#10;Description générée automatiquement">
            <a:extLst>
              <a:ext uri="{FF2B5EF4-FFF2-40B4-BE49-F238E27FC236}">
                <a16:creationId xmlns:a16="http://schemas.microsoft.com/office/drawing/2014/main" id="{98CFB4A4-EE7A-44D5-86EA-D7B0F142C57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238125" y="1579564"/>
            <a:ext cx="1638300" cy="1638300"/>
          </a:xfrm>
          <a:prstGeom prst="rect">
            <a:avLst/>
          </a:prstGeom>
        </p:spPr>
      </p:pic>
      <p:pic>
        <p:nvPicPr>
          <p:cNvPr id="19" name="Image 18" descr="Une image contenant signe, horloge, avion&#10;&#10;Description générée automatiquement">
            <a:extLst>
              <a:ext uri="{FF2B5EF4-FFF2-40B4-BE49-F238E27FC236}">
                <a16:creationId xmlns:a16="http://schemas.microsoft.com/office/drawing/2014/main" id="{1A80AFC4-CB57-431B-9FED-9A792B4A6F9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10429875" y="1690688"/>
            <a:ext cx="876300" cy="1233488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F30B29B3-D522-41C3-B827-E7B2FB5DA1A8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rcRect r="50000"/>
          <a:stretch/>
        </p:blipFill>
        <p:spPr>
          <a:xfrm>
            <a:off x="10136294" y="4830977"/>
            <a:ext cx="1109635" cy="110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341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équipement électronique, ordinateur&#10;&#10;Description générée automatiquement">
            <a:extLst>
              <a:ext uri="{FF2B5EF4-FFF2-40B4-BE49-F238E27FC236}">
                <a16:creationId xmlns:a16="http://schemas.microsoft.com/office/drawing/2014/main" id="{5D215FEE-4780-4666-9884-BB8511907EE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23903" y="3678576"/>
            <a:ext cx="3853339" cy="285910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4CB9DF9-C8E7-426D-A2F7-16A5F516E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Définition « </a:t>
            </a:r>
            <a:r>
              <a:rPr lang="fr-FR" b="1" dirty="0"/>
              <a:t>CODE</a:t>
            </a:r>
            <a:r>
              <a:rPr lang="fr-FR" dirty="0"/>
              <a:t> »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1378EB-CAFD-4203-A75A-F6B8E0FC4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82075" cy="2432050"/>
          </a:xfrm>
        </p:spPr>
        <p:txBody>
          <a:bodyPr>
            <a:normAutofit fontScale="85000" lnSpcReduction="20000"/>
          </a:bodyPr>
          <a:lstStyle/>
          <a:p>
            <a:r>
              <a:rPr lang="fr-FR" dirty="0"/>
              <a:t>Un code est définit par un langage informatique et inversement….</a:t>
            </a:r>
          </a:p>
          <a:p>
            <a:r>
              <a:rPr lang="fr-FR" dirty="0"/>
              <a:t>Chaque langage employé pour envoyé des ordres et / ou être interprété par un ordinateur</a:t>
            </a:r>
          </a:p>
          <a:p>
            <a:r>
              <a:rPr lang="fr-FR" dirty="0"/>
              <a:t>On peut écrire un langage à l’aide d’un éditeur de texte simple ou d’un logiciel adapté,</a:t>
            </a:r>
          </a:p>
          <a:p>
            <a:r>
              <a:rPr lang="fr-FR" dirty="0"/>
              <a:t>L’ordinateur comprend le langage par interprétation ou par compilation (langage machine à</a:t>
            </a:r>
          </a:p>
        </p:txBody>
      </p:sp>
      <p:pic>
        <p:nvPicPr>
          <p:cNvPr id="4" name="Image 3" descr="Une image contenant dessin, signe&#10;&#10;Description générée automatiquement">
            <a:extLst>
              <a:ext uri="{FF2B5EF4-FFF2-40B4-BE49-F238E27FC236}">
                <a16:creationId xmlns:a16="http://schemas.microsoft.com/office/drawing/2014/main" id="{1EFD4675-0F0A-4636-895A-C929C2E02E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558462" y="280194"/>
            <a:ext cx="1152525" cy="1152525"/>
          </a:xfrm>
          <a:prstGeom prst="rect">
            <a:avLst/>
          </a:prstGeom>
        </p:spPr>
      </p:pic>
      <p:pic>
        <p:nvPicPr>
          <p:cNvPr id="5" name="Image 4" descr="Une image contenant signe, horloge, avion&#10;&#10;Description générée automatiquement">
            <a:extLst>
              <a:ext uri="{FF2B5EF4-FFF2-40B4-BE49-F238E27FC236}">
                <a16:creationId xmlns:a16="http://schemas.microsoft.com/office/drawing/2014/main" id="{19460D8D-C799-4BBD-AAB8-041455ADD3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0696575" y="1775619"/>
            <a:ext cx="876300" cy="123348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850843A-A9D3-420B-954C-7CEDB95295C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rcRect r="50000"/>
          <a:stretch/>
        </p:blipFill>
        <p:spPr>
          <a:xfrm>
            <a:off x="10558462" y="3294076"/>
            <a:ext cx="1109635" cy="110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110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E1C617-24D8-4BEF-8F46-C2C611F86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49128" cy="1212315"/>
          </a:xfrm>
        </p:spPr>
        <p:txBody>
          <a:bodyPr anchor="b">
            <a:normAutofit/>
          </a:bodyPr>
          <a:lstStyle/>
          <a:p>
            <a:r>
              <a:rPr lang="fr-FR" sz="4000" b="1"/>
              <a:t>A quoi sert un langage informatique ?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33AC61-ED22-4272-A277-77FDFC034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73614" y="1701532"/>
            <a:ext cx="10413714" cy="0"/>
          </a:xfrm>
          <a:prstGeom prst="line">
            <a:avLst/>
          </a:prstGeom>
          <a:ln w="19050">
            <a:solidFill>
              <a:srgbClr val="257F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288456-B6C9-4878-9847-CCB237236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29050" cy="4351338"/>
          </a:xfrm>
        </p:spPr>
        <p:txBody>
          <a:bodyPr>
            <a:normAutofit/>
          </a:bodyPr>
          <a:lstStyle/>
          <a:p>
            <a:pPr algn="just"/>
            <a:r>
              <a:rPr lang="fr-FR" sz="1800" dirty="0"/>
              <a:t>Un langage informatique sert à envoyer des ordres, des instructions à un ordinateur.</a:t>
            </a:r>
          </a:p>
          <a:p>
            <a:pPr algn="just"/>
            <a:r>
              <a:rPr lang="fr-FR" sz="1800" dirty="0"/>
              <a:t>Il peut être compilé ou non.</a:t>
            </a:r>
          </a:p>
          <a:p>
            <a:pPr algn="just"/>
            <a:r>
              <a:rPr lang="fr-FR" sz="1800" dirty="0"/>
              <a:t>Ainsi, il permet de créer des pages internet, des logiciels et autres programmes ou applications destinées à des systèmes fixes, mobiles ou embarqués.</a:t>
            </a:r>
          </a:p>
        </p:txBody>
      </p:sp>
      <p:pic>
        <p:nvPicPr>
          <p:cNvPr id="6" name="Image 5" descr="Une image contenant signe, horloge, avion&#10;&#10;Description générée automatiquement">
            <a:extLst>
              <a:ext uri="{FF2B5EF4-FFF2-40B4-BE49-F238E27FC236}">
                <a16:creationId xmlns:a16="http://schemas.microsoft.com/office/drawing/2014/main" id="{A7C5824E-43FA-4728-83D7-B94B353B0E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0717" r="2052" b="-2"/>
          <a:stretch/>
        </p:blipFill>
        <p:spPr>
          <a:xfrm>
            <a:off x="5069375" y="1944796"/>
            <a:ext cx="2395870" cy="3866172"/>
          </a:xfrm>
          <a:prstGeom prst="rect">
            <a:avLst/>
          </a:prstGeom>
        </p:spPr>
      </p:pic>
      <p:pic>
        <p:nvPicPr>
          <p:cNvPr id="4" name="Image 3" descr="Une image contenant équipement électronique, ordinateur&#10;&#10;Description générée automatiquement">
            <a:extLst>
              <a:ext uri="{FF2B5EF4-FFF2-40B4-BE49-F238E27FC236}">
                <a16:creationId xmlns:a16="http://schemas.microsoft.com/office/drawing/2014/main" id="{88C60651-4D44-4E1A-B373-B4A1A32108E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3531" r="4" b="16079"/>
          <a:stretch/>
        </p:blipFill>
        <p:spPr>
          <a:xfrm>
            <a:off x="7633149" y="1942567"/>
            <a:ext cx="3720651" cy="2220928"/>
          </a:xfrm>
          <a:prstGeom prst="rect">
            <a:avLst/>
          </a:prstGeom>
        </p:spPr>
      </p:pic>
      <p:pic>
        <p:nvPicPr>
          <p:cNvPr id="5" name="Image 4" descr="Une image contenant dessin, signe&#10;&#10;Description générée automatiquement">
            <a:extLst>
              <a:ext uri="{FF2B5EF4-FFF2-40B4-BE49-F238E27FC236}">
                <a16:creationId xmlns:a16="http://schemas.microsoft.com/office/drawing/2014/main" id="{0EAF24A1-03FE-4F81-AB46-4681479E1C6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7326" r="7682" b="-12"/>
          <a:stretch/>
        </p:blipFill>
        <p:spPr>
          <a:xfrm>
            <a:off x="7631554" y="4335882"/>
            <a:ext cx="1248917" cy="146962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09D9241-9B26-41E3-A507-C94CC30A250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rcRect l="21736" r="381" b="-4"/>
          <a:stretch/>
        </p:blipFill>
        <p:spPr>
          <a:xfrm>
            <a:off x="9046294" y="4330622"/>
            <a:ext cx="2299716" cy="147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4143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</Words>
  <Application>Microsoft Office PowerPoint</Application>
  <PresentationFormat>Grand écran</PresentationFormat>
  <Paragraphs>17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Editeur NotePad ++</vt:lpstr>
      <vt:lpstr>L’éditeur NotePad ++</vt:lpstr>
      <vt:lpstr>L’éditeur NotePad ++</vt:lpstr>
      <vt:lpstr>Du « CODE » qu’est-ce que c’est ?</vt:lpstr>
      <vt:lpstr>Définition « CODE »</vt:lpstr>
      <vt:lpstr>A quoi sert un langage informatique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Editeur NotePad ++</dc:title>
  <dc:creator>STEPHANE MONTET</dc:creator>
  <cp:lastModifiedBy>Go NUMERIQUE</cp:lastModifiedBy>
  <cp:revision>2</cp:revision>
  <dcterms:created xsi:type="dcterms:W3CDTF">2019-10-10T16:44:01Z</dcterms:created>
  <dcterms:modified xsi:type="dcterms:W3CDTF">2023-03-26T06:47:55Z</dcterms:modified>
</cp:coreProperties>
</file>